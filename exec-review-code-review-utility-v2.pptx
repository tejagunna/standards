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Option: replace the typeset panel with a live screenshot of the PR #17 intent-alignment comment for the final deck. The text here reproduces the tool's actual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·  GUIDEWIRE INSURANCESUITE 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reviewer on every merge request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code review that runs automatically in the merge pipeline — and stays advisory. It surfaces issues before a human reviewer spends time on them, and it never blocks or merges. A person always decides.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0690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MR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inside the pipeline. No extra step for developers.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900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0690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findings; never blocks or merges. A human decides.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0690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1792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design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21792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platform, model, or issue tracker without a rebuild.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00684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0690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0684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standards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00684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Guidewire and client conventions from config.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EY Guidewire engagement · advisory, portable, standards-driven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folds on every change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request passes through the same three review layers. The first two ask whether the code is good. The third asks whether it is the right code.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044952"/>
            <a:ext cx="658368" cy="65836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2095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61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code shaped right?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64515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for naming, structure, and Guidewire conventions. Instant and free — no AI call.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2331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6344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3044952"/>
            <a:ext cx="658368" cy="65836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20954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6344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23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4261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code sound?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464515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 for security, performance, and edge-case defects across the changed code.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38160" y="2331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41248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3044952"/>
            <a:ext cx="658368" cy="65836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3209544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1248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endParaRPr lang="en-US" sz="23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4261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 right code?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464515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linked Jira ticket and checks the change against its acceptance criteria — what's met, what's missing, what's out of scope.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1–2 ask “is this code good?” 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 asks “is this the right code?” — the question no linter or test suite answers.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 — the utility proposes; a human reviews, decides, and merges.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a real pull request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Guidewire change, a real Jira ticket (SCRUM-5). Every finding below was posted by the tool on the PR.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675120" cy="4069080"/>
          </a:xfrm>
          <a:prstGeom prst="roundRect">
            <a:avLst>
              <a:gd name="adj" fmla="val 2247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786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450592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alignment — SCRUM-5: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“Expose PolicyDriver age as of policy effective date”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3580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“Core property added roughly per spec, but the implementation doesn't reuse AgeCalculator as requested, has no automated tests, and bundles unrelated changes.”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7307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69417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said: reuse the approved AgeCalculator utility — the change reimplements the logic by hand instead.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43525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31596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 were added for the new property.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49743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A3A4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440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3776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computed correctly against the policy effective date.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4400" y="55961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A3A4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5596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555955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changed files the ticket never mentions — flagged as possible scope creep.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272491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read the ticket, then noticed the developer reimplemented a utility the ticket explicitly said to reuse. That is an intent gap — invisible to linters, tests, and diff-only review.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160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it, Folds 1–2 posted naming-standards and security findings on exact lines — all advisory, all in one pass.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5989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ey-org/pnc-insurance-assets · PR #17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worth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7–8 developers · 2 cards per developer per 2-week sprint (~15 PRs) · ~5 files per PR · lead review today: 30–45 min per card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1993392"/>
          </a:xfrm>
          <a:prstGeom prst="roundRect">
            <a:avLst>
              <a:gd name="adj" fmla="val 4587"/>
            </a:avLst>
          </a:prstGeom>
          <a:solidFill>
            <a:srgbClr val="FFE600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5008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404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depth at crunch time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175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quality sags exactly when stakes peak — sprint-end, hotfixes, midnight merges. This never rushes and never skips: the same full-depth review on every PR.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103120"/>
            <a:ext cx="5257800" cy="1993392"/>
          </a:xfrm>
          <a:prstGeom prst="roundRect">
            <a:avLst>
              <a:gd name="adj" fmla="val 4587"/>
            </a:avLst>
          </a:prstGeom>
          <a:solidFill>
            <a:srgbClr val="3A3A46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377440"/>
            <a:ext cx="502920" cy="502920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5008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2377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~81 hrs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year of lead time freed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0175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shift from hunting problems to verifying findings — a conservative one-third of today's 30–45 min per card.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279392"/>
            <a:ext cx="5257800" cy="1993392"/>
          </a:xfrm>
          <a:prstGeom prst="roundRect">
            <a:avLst>
              <a:gd name="adj" fmla="val 4587"/>
            </a:avLst>
          </a:prstGeom>
          <a:solidFill>
            <a:srgbClr val="3A3A46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553712"/>
            <a:ext cx="502920" cy="502920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67715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553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first feedback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5193792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 for lead availability. Issues get fixed before the human review — fewer round trips per card.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4279392"/>
            <a:ext cx="5257800" cy="1993392"/>
          </a:xfrm>
          <a:prstGeom prst="roundRect">
            <a:avLst>
              <a:gd name="adj" fmla="val 4587"/>
            </a:avLst>
          </a:prstGeom>
          <a:solidFill>
            <a:srgbClr val="3A3A46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553712"/>
            <a:ext cx="502920" cy="502920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467715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23760" y="4553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year per team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5193792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≈7¢ per PR review, measured on live runs. The compute cost is a rounding error.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32.5K tokens on a real 13-file PR at $2 in / $10 out per 1M tokens (claude-sonnet-5 on Azure AI Foundry), scaled to a 5-file average. Time figures are conservative estimates; effort saved and cycle-time gains are separate, not double-counted.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AN ASSET, NOT A SCRIPT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travel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swappable layers around one review core. Moving stacks is an adapter, not a rebuild — the same asset serves every Guidewire engagement.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944368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3086100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657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→ GitHub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14400" y="409651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09651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498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both in the last month — only the platform adapter changed.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80560" y="228600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75488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2944368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3086100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754880" y="3657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→ Azure Foundry</a:t>
            </a:r>
            <a:endParaRPr lang="en-US" sz="1750" dirty="0"/>
          </a:p>
        </p:txBody>
      </p:sp>
      <p:sp>
        <p:nvSpPr>
          <p:cNvPr id="18" name="Shape 14"/>
          <p:cNvSpPr/>
          <p:nvPr/>
        </p:nvSpPr>
        <p:spPr>
          <a:xfrm>
            <a:off x="4754880" y="409651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754880" y="409651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754880" y="4498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with one base URL. Client data stays in the client's own tenant.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321040" y="228600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59536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TRACKER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595360" y="2944368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092" y="3086100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95360" y="3657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today</a:t>
            </a:r>
            <a:endParaRPr lang="en-US" sz="1750" dirty="0"/>
          </a:p>
        </p:txBody>
      </p:sp>
      <p:sp>
        <p:nvSpPr>
          <p:cNvPr id="26" name="Shape 21"/>
          <p:cNvSpPr/>
          <p:nvPr/>
        </p:nvSpPr>
        <p:spPr>
          <a:xfrm>
            <a:off x="8595360" y="4096512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595360" y="40965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 AWAY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595360" y="4498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or Rally drop in with zero change to the review core.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080" y="54864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2F2F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</a:t>
            </a:r>
            <a:pPr indent="0" marL="0">
              <a:buNone/>
            </a:pPr>
            <a:r>
              <a:rPr lang="en-US" sz="13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proposes; a human always decides. That guarantee holds through every swap.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conflict-resolution proposals (draft PRs) · complexity &amp; refactor suggestions · large-XML / config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2026-09-09T01:45:47Z</dcterms:created>
  <dcterms:modified xsi:type="dcterms:W3CDTF">2026-09-09T01:45:47Z</dcterms:modified>
</cp:coreProperties>
</file>