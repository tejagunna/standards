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·  GUIDEWIRE INSURANCESUITE 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reviewer on every merge request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review that runs automatically in the merge pipeline — and stays advisory. It surfaces issues before a human reviewer spends time on them, and it never blocks or merges. A person always decides.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69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MR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inside the pipeline. No extra step for developers.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0690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findings; never blocks or merges. A human decides.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0690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1792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design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21792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platform, model, or issue tracker without a rebuild.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006840" y="3931920"/>
            <a:ext cx="566928" cy="56692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0690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0684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standards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006840" y="497433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Guidewire and client conventions from config.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EY Guidewire engagement · advisory, portable, standards-driven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folds on every change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request passes through the same three review layers. The first two ask whether the code is good. The third asks whether it is the right code.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044952"/>
            <a:ext cx="658368" cy="65836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2095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61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code shaped right?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6451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for naming, structure, and Guidewire conventions. Instant and free — no AI call.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2331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6344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3044952"/>
            <a:ext cx="658368" cy="65836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20954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634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3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4261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code sound?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46451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 for security, performance, and edge-case defects across the changed code.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38160" y="2331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2E2E38"/>
          </a:solidFill>
          <a:ln/>
          <a:effectLst>
            <a:outerShdw sx="100000" sy="100000" kx="0" ky="0" algn="bl" rotWithShape="0" blurRad="101600" dist="38100" dir="5400000">
              <a:srgbClr val="2E2E38">
                <a:alpha val="2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41248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3044952"/>
            <a:ext cx="658368" cy="658368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20954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1248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23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4261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right code?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46451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linked Jira ticket and checks the change against its acceptance criteria — what's met, what's missing, what's out of scope.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1–2 ask “is this code good?” 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 asks “is this the right code?” — the question no linter or test suite answers.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 — the utility proposes; a human reviews, decides, and merges.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2026-09-02T03:24:47Z</dcterms:created>
  <dcterms:modified xsi:type="dcterms:W3CDTF">2026-09-02T03:24:47Z</dcterms:modified>
</cp:coreProperties>
</file>